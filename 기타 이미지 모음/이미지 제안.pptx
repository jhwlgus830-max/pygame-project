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3"/>
    <p:restoredTop sz="96275"/>
  </p:normalViewPr>
  <p:slideViewPr>
    <p:cSldViewPr snapToObjects="1">
      <p:cViewPr varScale="1">
        <p:scale>
          <a:sx n="110" d="100"/>
          <a:sy n="110" d="100"/>
        </p:scale>
        <p:origin x="2070" y="102"/>
      </p:cViewPr>
      <p:guideLst>
        <p:guide orient="horz" pos="2159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456028" y="1643063"/>
            <a:ext cx="8229600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6028" y="398422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7028" y="398422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143108" y="2214563"/>
            <a:ext cx="4857767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/>
              <a:t>배경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93391" y="1127124"/>
            <a:ext cx="5157216" cy="51572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5919" y="5445252"/>
            <a:ext cx="1188000" cy="84655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3919" y="5445252"/>
            <a:ext cx="1188000" cy="84655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6063" y="5445252"/>
            <a:ext cx="1188000" cy="846559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7919" y="5445252"/>
            <a:ext cx="1188000" cy="84655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64063" y="5437781"/>
            <a:ext cx="1188000" cy="8465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/>
              <a:t>캐릭터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4361" y="342101"/>
            <a:ext cx="3501556" cy="3086899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947699" y="342101"/>
            <a:ext cx="3501556" cy="3086899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2556891" y="3363670"/>
            <a:ext cx="1727073" cy="152255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2988945" y="3363670"/>
            <a:ext cx="1727073" cy="152255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420427" y="3363669"/>
            <a:ext cx="1727073" cy="1522551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852481" y="3363669"/>
            <a:ext cx="1727073" cy="1522551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2556891" y="3634664"/>
            <a:ext cx="1727073" cy="1522551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2988945" y="3634664"/>
            <a:ext cx="1727073" cy="1522551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420428" y="3634664"/>
            <a:ext cx="1727073" cy="1522551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852482" y="3634664"/>
            <a:ext cx="1727073" cy="152255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2556891" y="3933063"/>
            <a:ext cx="1727073" cy="152255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2988945" y="3933063"/>
            <a:ext cx="1727073" cy="1522551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420428" y="3933063"/>
            <a:ext cx="1727073" cy="1522551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3852482" y="3933063"/>
            <a:ext cx="1727073" cy="1522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/>
              <a:t>적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8042" y="1570436"/>
            <a:ext cx="2153658" cy="112513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2837" y="3530109"/>
            <a:ext cx="1461291" cy="763424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1325" y="3530109"/>
            <a:ext cx="1461291" cy="763424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31128" y="3530109"/>
            <a:ext cx="1461291" cy="763424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5603" y="3841023"/>
            <a:ext cx="1461291" cy="763424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4092" y="3841023"/>
            <a:ext cx="1461291" cy="76342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3894" y="3841023"/>
            <a:ext cx="1461291" cy="763424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5603" y="4129059"/>
            <a:ext cx="1461291" cy="763424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4092" y="4129059"/>
            <a:ext cx="1461291" cy="763424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3894" y="4129059"/>
            <a:ext cx="1461291" cy="763424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29108" y="908684"/>
            <a:ext cx="2174524" cy="2174524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26925" y="2418230"/>
            <a:ext cx="2174524" cy="2174524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180089" y="2569875"/>
            <a:ext cx="2170268" cy="217026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171576" y="3555785"/>
            <a:ext cx="568836" cy="2616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1100" dirty="0"/>
              <a:t>폐렴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694" y="1313096"/>
            <a:ext cx="1679321" cy="178688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694" y="3375941"/>
            <a:ext cx="1026221" cy="10919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41" y="3375941"/>
            <a:ext cx="1026221" cy="10919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638" y="3364845"/>
            <a:ext cx="1026221" cy="109195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541" y="3528341"/>
            <a:ext cx="1026221" cy="109195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038" y="3517245"/>
            <a:ext cx="1026221" cy="109195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907" y="3699719"/>
            <a:ext cx="1026221" cy="109195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754" y="3852119"/>
            <a:ext cx="1026221" cy="109195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251" y="3841023"/>
            <a:ext cx="1026221" cy="109195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052" y="4057552"/>
            <a:ext cx="1026221" cy="109195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899" y="4209952"/>
            <a:ext cx="1026221" cy="109195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396" y="4198856"/>
            <a:ext cx="1026221" cy="10919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889" y="1446776"/>
            <a:ext cx="1296910" cy="1379977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50" y="3428590"/>
            <a:ext cx="677140" cy="72051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059" y="3432634"/>
            <a:ext cx="677140" cy="720510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707" y="3432634"/>
            <a:ext cx="677140" cy="72051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519" y="3798635"/>
            <a:ext cx="677140" cy="720510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628" y="3802679"/>
            <a:ext cx="677140" cy="720510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276" y="3802679"/>
            <a:ext cx="677140" cy="720510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53" y="4130732"/>
            <a:ext cx="677140" cy="720510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162" y="4134776"/>
            <a:ext cx="677140" cy="720510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810" y="4134776"/>
            <a:ext cx="677140" cy="720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 dirty="0"/>
              <a:t>아이템</a:t>
            </a: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30704" y="1518285"/>
            <a:ext cx="1805178" cy="1805178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02703" y="1647367"/>
            <a:ext cx="1738593" cy="1547013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80126" y="1807147"/>
            <a:ext cx="1296162" cy="13326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10" y="929504"/>
            <a:ext cx="1211771" cy="1238754"/>
          </a:xfrm>
          <a:prstGeom prst="rect">
            <a:avLst/>
          </a:prstGeom>
        </p:spPr>
      </p:pic>
      <p:sp>
        <p:nvSpPr>
          <p:cNvPr id="2" name="제목 1"/>
          <p:cNvSpPr txBox="1">
            <a:spLocks/>
          </p:cNvSpPr>
          <p:nvPr/>
        </p:nvSpPr>
        <p:spPr>
          <a:xfrm>
            <a:off x="2556891" y="260603"/>
            <a:ext cx="3815333" cy="648081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lang="ko-KR" altLang="en-US"/>
            </a:pPr>
            <a:r>
              <a:rPr lang="ko-KR" altLang="en-US" sz="2000" dirty="0" smtClean="0"/>
              <a:t>기타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19" b="41614"/>
          <a:stretch/>
        </p:blipFill>
        <p:spPr>
          <a:xfrm>
            <a:off x="-612720" y="476590"/>
            <a:ext cx="10801500" cy="201628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20" y="3937414"/>
            <a:ext cx="1933575" cy="69532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20" y="3255895"/>
            <a:ext cx="1895475" cy="68151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20" y="4793025"/>
            <a:ext cx="18954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6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lum bright="-10000"/>
          </a:blip>
          <a:stretch>
            <a:fillRect/>
          </a:stretch>
        </p:blipFill>
        <p:spPr>
          <a:xfrm>
            <a:off x="1993391" y="1080174"/>
            <a:ext cx="5157216" cy="515721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7919" y="5445252"/>
            <a:ext cx="1188000" cy="84655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64063" y="5437781"/>
            <a:ext cx="1188000" cy="84655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/>
              <a:t>종합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3727264" y="4300580"/>
            <a:ext cx="2265543" cy="1567952"/>
            <a:chOff x="2556891" y="3363669"/>
            <a:chExt cx="3022664" cy="2091945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556891" y="3363670"/>
              <a:ext cx="1727073" cy="1522551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988945" y="3363670"/>
              <a:ext cx="1727073" cy="1522551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420427" y="3363669"/>
              <a:ext cx="1727073" cy="1522551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852481" y="3363669"/>
              <a:ext cx="1727073" cy="1522551"/>
            </a:xfrm>
            <a:prstGeom prst="rect">
              <a:avLst/>
            </a:prstGeom>
          </p:spPr>
        </p:pic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556891" y="3634664"/>
              <a:ext cx="1727073" cy="1522551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988945" y="3634664"/>
              <a:ext cx="1727073" cy="1522551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420428" y="3634664"/>
              <a:ext cx="1727073" cy="1522551"/>
            </a:xfrm>
            <a:prstGeom prst="rect">
              <a:avLst/>
            </a:prstGeom>
          </p:spPr>
        </p:pic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852482" y="3634664"/>
              <a:ext cx="1727073" cy="1522551"/>
            </a:xfrm>
            <a:prstGeom prst="rect">
              <a:avLst/>
            </a:prstGeom>
          </p:spPr>
        </p:pic>
        <p:pic>
          <p:nvPicPr>
            <p:cNvPr id="51" name="그림 50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556891" y="3933063"/>
              <a:ext cx="1727073" cy="1522551"/>
            </a:xfrm>
            <a:prstGeom prst="rect">
              <a:avLst/>
            </a:prstGeom>
          </p:spPr>
        </p:pic>
        <p:pic>
          <p:nvPicPr>
            <p:cNvPr id="52" name="그림 51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988945" y="3933063"/>
              <a:ext cx="1727073" cy="1522551"/>
            </a:xfrm>
            <a:prstGeom prst="rect">
              <a:avLst/>
            </a:prstGeom>
          </p:spPr>
        </p:pic>
        <p:pic>
          <p:nvPicPr>
            <p:cNvPr id="53" name="그림 5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420428" y="3933063"/>
              <a:ext cx="1727073" cy="1522551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852482" y="3933063"/>
              <a:ext cx="1727073" cy="1522551"/>
            </a:xfrm>
            <a:prstGeom prst="rect">
              <a:avLst/>
            </a:prstGeom>
          </p:spPr>
        </p:pic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5919" y="5445252"/>
            <a:ext cx="1188000" cy="84655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3919" y="5445252"/>
            <a:ext cx="1188000" cy="84655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6063" y="5445252"/>
            <a:ext cx="1188000" cy="846559"/>
          </a:xfrm>
          <a:prstGeom prst="rect">
            <a:avLst/>
          </a:prstGeom>
        </p:spPr>
      </p:pic>
      <p:grpSp>
        <p:nvGrpSpPr>
          <p:cNvPr id="77" name="그룹 76"/>
          <p:cNvGrpSpPr/>
          <p:nvPr/>
        </p:nvGrpSpPr>
        <p:grpSpPr>
          <a:xfrm>
            <a:off x="1172148" y="908650"/>
            <a:ext cx="7163694" cy="1337223"/>
            <a:chOff x="-460320" y="628990"/>
            <a:chExt cx="10801500" cy="2016280"/>
          </a:xfrm>
        </p:grpSpPr>
        <p:pic>
          <p:nvPicPr>
            <p:cNvPr id="78" name="그림 77"/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6310" y="1081904"/>
              <a:ext cx="1211771" cy="1238754"/>
            </a:xfrm>
            <a:prstGeom prst="rect">
              <a:avLst/>
            </a:prstGeom>
          </p:spPr>
        </p:pic>
        <p:pic>
          <p:nvPicPr>
            <p:cNvPr id="79" name="그림 78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719" b="41614"/>
            <a:stretch/>
          </p:blipFill>
          <p:spPr>
            <a:xfrm>
              <a:off x="-460320" y="628990"/>
              <a:ext cx="10801500" cy="2016280"/>
            </a:xfrm>
            <a:prstGeom prst="rect">
              <a:avLst/>
            </a:prstGeom>
          </p:spPr>
        </p:pic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519" y="3485068"/>
            <a:ext cx="2543175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lum bright="-10000"/>
          </a:blip>
          <a:stretch>
            <a:fillRect/>
          </a:stretch>
        </p:blipFill>
        <p:spPr>
          <a:xfrm>
            <a:off x="1993391" y="1080174"/>
            <a:ext cx="5157216" cy="515721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7919" y="5445252"/>
            <a:ext cx="1188000" cy="84655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64063" y="5437781"/>
            <a:ext cx="1188000" cy="84655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/>
              <a:t>종합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5919" y="5445252"/>
            <a:ext cx="1188000" cy="84655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3919" y="5445252"/>
            <a:ext cx="1188000" cy="84655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6063" y="5445252"/>
            <a:ext cx="1188000" cy="8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1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lum bright="-10000"/>
          </a:blip>
          <a:stretch>
            <a:fillRect/>
          </a:stretch>
        </p:blipFill>
        <p:spPr>
          <a:xfrm>
            <a:off x="708342" y="1056780"/>
            <a:ext cx="7753007" cy="515721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7919" y="5445252"/>
            <a:ext cx="1188000" cy="84655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64063" y="5437781"/>
            <a:ext cx="1188000" cy="84655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6891" y="260603"/>
            <a:ext cx="3815333" cy="648081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 sz="2000"/>
              <a:t>종합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3727264" y="4300580"/>
            <a:ext cx="2265543" cy="1567952"/>
            <a:chOff x="2556891" y="3363669"/>
            <a:chExt cx="3022664" cy="2091945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556891" y="3363670"/>
              <a:ext cx="1727073" cy="1522551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988945" y="3363670"/>
              <a:ext cx="1727073" cy="1522551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420427" y="3363669"/>
              <a:ext cx="1727073" cy="1522551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852481" y="3363669"/>
              <a:ext cx="1727073" cy="1522551"/>
            </a:xfrm>
            <a:prstGeom prst="rect">
              <a:avLst/>
            </a:prstGeom>
          </p:spPr>
        </p:pic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556891" y="3634664"/>
              <a:ext cx="1727073" cy="1522551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988945" y="3634664"/>
              <a:ext cx="1727073" cy="1522551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420428" y="3634664"/>
              <a:ext cx="1727073" cy="1522551"/>
            </a:xfrm>
            <a:prstGeom prst="rect">
              <a:avLst/>
            </a:prstGeom>
          </p:spPr>
        </p:pic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852482" y="3634664"/>
              <a:ext cx="1727073" cy="1522551"/>
            </a:xfrm>
            <a:prstGeom prst="rect">
              <a:avLst/>
            </a:prstGeom>
          </p:spPr>
        </p:pic>
        <p:pic>
          <p:nvPicPr>
            <p:cNvPr id="51" name="그림 50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556891" y="3933063"/>
              <a:ext cx="1727073" cy="1522551"/>
            </a:xfrm>
            <a:prstGeom prst="rect">
              <a:avLst/>
            </a:prstGeom>
          </p:spPr>
        </p:pic>
        <p:pic>
          <p:nvPicPr>
            <p:cNvPr id="52" name="그림 51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2988945" y="3933063"/>
              <a:ext cx="1727073" cy="1522551"/>
            </a:xfrm>
            <a:prstGeom prst="rect">
              <a:avLst/>
            </a:prstGeom>
          </p:spPr>
        </p:pic>
        <p:pic>
          <p:nvPicPr>
            <p:cNvPr id="53" name="그림 5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420428" y="3933063"/>
              <a:ext cx="1727073" cy="1522551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flipH="1">
              <a:off x="3852482" y="3933063"/>
              <a:ext cx="1727073" cy="1522551"/>
            </a:xfrm>
            <a:prstGeom prst="rect">
              <a:avLst/>
            </a:prstGeom>
          </p:spPr>
        </p:pic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5919" y="5445252"/>
            <a:ext cx="1188000" cy="84655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3919" y="5445252"/>
            <a:ext cx="1188000" cy="84655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6063" y="5445252"/>
            <a:ext cx="1188000" cy="846559"/>
          </a:xfrm>
          <a:prstGeom prst="rect">
            <a:avLst/>
          </a:prstGeom>
        </p:spPr>
      </p:pic>
      <p:grpSp>
        <p:nvGrpSpPr>
          <p:cNvPr id="65" name="그룹 64"/>
          <p:cNvGrpSpPr/>
          <p:nvPr/>
        </p:nvGrpSpPr>
        <p:grpSpPr>
          <a:xfrm>
            <a:off x="3563874" y="3429000"/>
            <a:ext cx="1267945" cy="695848"/>
            <a:chOff x="840769" y="3429000"/>
            <a:chExt cx="2682838" cy="1472342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840769" y="3429000"/>
              <a:ext cx="1671781" cy="873391"/>
            </a:xfrm>
            <a:prstGeom prst="rect">
              <a:avLst/>
            </a:prstGeom>
          </p:spPr>
        </p:pic>
        <p:pic>
          <p:nvPicPr>
            <p:cNvPr id="57" name="그림 56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329257" y="3429000"/>
              <a:ext cx="1671781" cy="873391"/>
            </a:xfrm>
            <a:prstGeom prst="rect">
              <a:avLst/>
            </a:prstGeom>
          </p:spPr>
        </p:pic>
        <p:pic>
          <p:nvPicPr>
            <p:cNvPr id="58" name="그림 57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829060" y="3429000"/>
              <a:ext cx="1671781" cy="873391"/>
            </a:xfrm>
            <a:prstGeom prst="rect">
              <a:avLst/>
            </a:prstGeom>
          </p:spPr>
        </p:pic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863535" y="3739914"/>
              <a:ext cx="1671781" cy="873391"/>
            </a:xfrm>
            <a:prstGeom prst="rect">
              <a:avLst/>
            </a:prstGeom>
          </p:spPr>
        </p:pic>
        <p:pic>
          <p:nvPicPr>
            <p:cNvPr id="60" name="그림 59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352024" y="3739914"/>
              <a:ext cx="1671781" cy="873391"/>
            </a:xfrm>
            <a:prstGeom prst="rect">
              <a:avLst/>
            </a:prstGeom>
          </p:spPr>
        </p:pic>
        <p:pic>
          <p:nvPicPr>
            <p:cNvPr id="61" name="그림 60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851826" y="3739914"/>
              <a:ext cx="1671781" cy="873391"/>
            </a:xfrm>
            <a:prstGeom prst="rect">
              <a:avLst/>
            </a:prstGeom>
          </p:spPr>
        </p:pic>
        <p:pic>
          <p:nvPicPr>
            <p:cNvPr id="62" name="그림 61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863535" y="4027950"/>
              <a:ext cx="1671781" cy="873391"/>
            </a:xfrm>
            <a:prstGeom prst="rect">
              <a:avLst/>
            </a:prstGeom>
          </p:spPr>
        </p:pic>
        <p:pic>
          <p:nvPicPr>
            <p:cNvPr id="63" name="그림 62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352024" y="4027950"/>
              <a:ext cx="1671781" cy="873391"/>
            </a:xfrm>
            <a:prstGeom prst="rect">
              <a:avLst/>
            </a:prstGeom>
          </p:spPr>
        </p:pic>
        <p:pic>
          <p:nvPicPr>
            <p:cNvPr id="64" name="그림 6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851826" y="4027950"/>
              <a:ext cx="1671781" cy="873391"/>
            </a:xfrm>
            <a:prstGeom prst="rect">
              <a:avLst/>
            </a:prstGeom>
          </p:spPr>
        </p:pic>
      </p:grpSp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99991" y="3140964"/>
            <a:ext cx="508008" cy="52231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559852" y="2701682"/>
            <a:ext cx="331829" cy="295263"/>
          </a:xfrm>
          <a:prstGeom prst="rect">
            <a:avLst/>
          </a:prstGeom>
        </p:spPr>
      </p:pic>
      <p:grpSp>
        <p:nvGrpSpPr>
          <p:cNvPr id="77" name="그룹 76"/>
          <p:cNvGrpSpPr/>
          <p:nvPr/>
        </p:nvGrpSpPr>
        <p:grpSpPr>
          <a:xfrm>
            <a:off x="1172148" y="908650"/>
            <a:ext cx="7163694" cy="1337223"/>
            <a:chOff x="-460320" y="628990"/>
            <a:chExt cx="10801500" cy="2016280"/>
          </a:xfrm>
        </p:grpSpPr>
        <p:pic>
          <p:nvPicPr>
            <p:cNvPr id="78" name="그림 77"/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6310" y="1081904"/>
              <a:ext cx="1211771" cy="1238754"/>
            </a:xfrm>
            <a:prstGeom prst="rect">
              <a:avLst/>
            </a:prstGeom>
          </p:spPr>
        </p:pic>
        <p:pic>
          <p:nvPicPr>
            <p:cNvPr id="79" name="그림 78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719" b="41614"/>
            <a:stretch/>
          </p:blipFill>
          <p:spPr>
            <a:xfrm>
              <a:off x="-460320" y="628990"/>
              <a:ext cx="10801500" cy="2016280"/>
            </a:xfrm>
            <a:prstGeom prst="rect">
              <a:avLst/>
            </a:prstGeom>
          </p:spPr>
        </p:pic>
      </p:grpSp>
      <p:grpSp>
        <p:nvGrpSpPr>
          <p:cNvPr id="3" name="그룹 2"/>
          <p:cNvGrpSpPr/>
          <p:nvPr/>
        </p:nvGrpSpPr>
        <p:grpSpPr>
          <a:xfrm>
            <a:off x="4156583" y="2234814"/>
            <a:ext cx="502667" cy="522325"/>
            <a:chOff x="-2192401" y="4226161"/>
            <a:chExt cx="1373000" cy="1426696"/>
          </a:xfrm>
        </p:grpSpPr>
        <p:pic>
          <p:nvPicPr>
            <p:cNvPr id="82" name="그림 81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192401" y="4226161"/>
              <a:ext cx="677140" cy="720510"/>
            </a:xfrm>
            <a:prstGeom prst="rect">
              <a:avLst/>
            </a:prstGeom>
          </p:spPr>
        </p:pic>
        <p:pic>
          <p:nvPicPr>
            <p:cNvPr id="83" name="그림 82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72292" y="4230205"/>
              <a:ext cx="677140" cy="720510"/>
            </a:xfrm>
            <a:prstGeom prst="rect">
              <a:avLst/>
            </a:prstGeom>
          </p:spPr>
        </p:pic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42644" y="4230205"/>
              <a:ext cx="677140" cy="720510"/>
            </a:xfrm>
            <a:prstGeom prst="rect">
              <a:avLst/>
            </a:prstGeom>
          </p:spPr>
        </p:pic>
        <p:pic>
          <p:nvPicPr>
            <p:cNvPr id="85" name="그림 84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169832" y="4596206"/>
              <a:ext cx="677140" cy="720510"/>
            </a:xfrm>
            <a:prstGeom prst="rect">
              <a:avLst/>
            </a:prstGeom>
          </p:spPr>
        </p:pic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49723" y="4600250"/>
              <a:ext cx="677140" cy="720510"/>
            </a:xfrm>
            <a:prstGeom prst="rect">
              <a:avLst/>
            </a:prstGeom>
          </p:spPr>
        </p:pic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0075" y="4600250"/>
              <a:ext cx="677140" cy="720510"/>
            </a:xfrm>
            <a:prstGeom prst="rect">
              <a:avLst/>
            </a:prstGeom>
          </p:spPr>
        </p:pic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146298" y="4928303"/>
              <a:ext cx="677140" cy="720510"/>
            </a:xfrm>
            <a:prstGeom prst="rect">
              <a:avLst/>
            </a:prstGeom>
          </p:spPr>
        </p:pic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26189" y="4932347"/>
              <a:ext cx="677140" cy="720510"/>
            </a:xfrm>
            <a:prstGeom prst="rect">
              <a:avLst/>
            </a:prstGeom>
          </p:spPr>
        </p:pic>
        <p:pic>
          <p:nvPicPr>
            <p:cNvPr id="90" name="그림 89"/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96541" y="4932347"/>
              <a:ext cx="677140" cy="720510"/>
            </a:xfrm>
            <a:prstGeom prst="rect">
              <a:avLst/>
            </a:prstGeom>
          </p:spPr>
        </p:pic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676831" y="2348865"/>
            <a:ext cx="1183205" cy="118320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369" y="3027976"/>
            <a:ext cx="645630" cy="6456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180" y="3673606"/>
            <a:ext cx="1617494" cy="118063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56244" y="3832156"/>
            <a:ext cx="1740490" cy="83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9</Words>
  <Application>Microsoft Office PowerPoint</Application>
  <PresentationFormat>화면 슬라이드 쇼(4:3)</PresentationFormat>
  <Paragraphs>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함초롬돋움</vt:lpstr>
      <vt:lpstr>Arial</vt:lpstr>
      <vt:lpstr>Times New Roman</vt:lpstr>
      <vt:lpstr>한컴오피스</vt:lpstr>
      <vt:lpstr>배경</vt:lpstr>
      <vt:lpstr>캐릭터</vt:lpstr>
      <vt:lpstr>적</vt:lpstr>
      <vt:lpstr>아이템</vt:lpstr>
      <vt:lpstr>PowerPoint 프레젠테이션</vt:lpstr>
      <vt:lpstr>종합</vt:lpstr>
      <vt:lpstr>종합</vt:lpstr>
      <vt:lpstr>종합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배경</dc:title>
  <dc:creator>지현</dc:creator>
  <cp:lastModifiedBy>asia</cp:lastModifiedBy>
  <cp:revision>36</cp:revision>
  <dcterms:created xsi:type="dcterms:W3CDTF">2026-02-11T12:57:01Z</dcterms:created>
  <dcterms:modified xsi:type="dcterms:W3CDTF">2026-02-12T09:30:55Z</dcterms:modified>
</cp:coreProperties>
</file>