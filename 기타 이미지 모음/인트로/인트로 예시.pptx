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58" r:id="rId6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302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22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68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43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8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5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17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47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60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0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15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BCCB3-4D6D-485D-A8D1-1609D805D72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5A723-ED7C-4F57-AE92-A3E4BF549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49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85"/>
            <a:ext cx="6858000" cy="8817429"/>
          </a:xfrm>
          <a:prstGeom prst="rect">
            <a:avLst/>
          </a:prstGeom>
        </p:spPr>
      </p:pic>
      <p:sp>
        <p:nvSpPr>
          <p:cNvPr id="7" name="구름 모양 설명선 6"/>
          <p:cNvSpPr/>
          <p:nvPr/>
        </p:nvSpPr>
        <p:spPr>
          <a:xfrm flipH="1">
            <a:off x="1164400" y="4185418"/>
            <a:ext cx="1985210" cy="1382612"/>
          </a:xfrm>
          <a:prstGeom prst="cloudCallout">
            <a:avLst>
              <a:gd name="adj1" fmla="val -100227"/>
              <a:gd name="adj2" fmla="val 33783"/>
            </a:avLst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27" y="4252629"/>
            <a:ext cx="763036" cy="1247732"/>
          </a:xfrm>
          <a:prstGeom prst="rect">
            <a:avLst/>
          </a:prstGeom>
        </p:spPr>
      </p:pic>
      <p:sp>
        <p:nvSpPr>
          <p:cNvPr id="8" name="구름 모양 설명선 7"/>
          <p:cNvSpPr/>
          <p:nvPr/>
        </p:nvSpPr>
        <p:spPr>
          <a:xfrm flipH="1">
            <a:off x="2768232" y="2870017"/>
            <a:ext cx="1985210" cy="1382612"/>
          </a:xfrm>
          <a:prstGeom prst="cloudCallout">
            <a:avLst>
              <a:gd name="adj1" fmla="val -25075"/>
              <a:gd name="adj2" fmla="val 92957"/>
            </a:avLst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119" y="3171825"/>
            <a:ext cx="942229" cy="787500"/>
          </a:xfrm>
          <a:prstGeom prst="rect">
            <a:avLst/>
          </a:prstGeom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514350" y="169011"/>
            <a:ext cx="5829300" cy="445445"/>
          </a:xfrm>
        </p:spPr>
        <p:txBody>
          <a:bodyPr>
            <a:noAutofit/>
          </a:bodyPr>
          <a:lstStyle/>
          <a:p>
            <a:r>
              <a:rPr lang="ko-KR" altLang="en-US" sz="3600" dirty="0" err="1" smtClean="0"/>
              <a:t>인트로</a:t>
            </a:r>
            <a:r>
              <a:rPr lang="ko-KR" altLang="en-US" sz="3600" dirty="0" smtClean="0"/>
              <a:t> </a:t>
            </a:r>
            <a:r>
              <a:rPr lang="en-US" altLang="ko-KR" sz="3600" dirty="0" smtClean="0"/>
              <a:t>1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384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514350" y="169011"/>
            <a:ext cx="5829300" cy="445445"/>
          </a:xfrm>
        </p:spPr>
        <p:txBody>
          <a:bodyPr>
            <a:noAutofit/>
          </a:bodyPr>
          <a:lstStyle/>
          <a:p>
            <a:r>
              <a:rPr lang="ko-KR" altLang="en-US" sz="3600" dirty="0" err="1" smtClean="0"/>
              <a:t>인트로</a:t>
            </a:r>
            <a:r>
              <a:rPr lang="ko-KR" altLang="en-US" sz="3600" dirty="0" smtClean="0"/>
              <a:t> 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25" y="1333500"/>
            <a:ext cx="5638225" cy="772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8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514350" y="169011"/>
            <a:ext cx="5829300" cy="445445"/>
          </a:xfrm>
        </p:spPr>
        <p:txBody>
          <a:bodyPr>
            <a:noAutofit/>
          </a:bodyPr>
          <a:lstStyle/>
          <a:p>
            <a:r>
              <a:rPr lang="ko-KR" altLang="en-US" sz="3600" dirty="0" err="1" smtClean="0"/>
              <a:t>인트로</a:t>
            </a:r>
            <a:r>
              <a:rPr lang="ko-KR" altLang="en-US" sz="3600" dirty="0" smtClean="0"/>
              <a:t> </a:t>
            </a:r>
            <a:r>
              <a:rPr lang="en-US" altLang="ko-KR" sz="3600" dirty="0" smtClean="0"/>
              <a:t>3</a:t>
            </a:r>
            <a:endParaRPr lang="ko-KR" altLang="en-US" sz="3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599" r="54557" b="22267"/>
          <a:stretch/>
        </p:blipFill>
        <p:spPr>
          <a:xfrm>
            <a:off x="0" y="2155913"/>
            <a:ext cx="6032121" cy="53435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4784811"/>
            <a:ext cx="2633663" cy="21827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50" y="3726790"/>
            <a:ext cx="1581150" cy="15811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5" y="3194888"/>
            <a:ext cx="15811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514350" y="169011"/>
            <a:ext cx="5829300" cy="445445"/>
          </a:xfrm>
        </p:spPr>
        <p:txBody>
          <a:bodyPr>
            <a:noAutofit/>
          </a:bodyPr>
          <a:lstStyle/>
          <a:p>
            <a:r>
              <a:rPr lang="ko-KR" altLang="en-US" sz="3600" dirty="0" err="1" smtClean="0"/>
              <a:t>인트로</a:t>
            </a:r>
            <a:r>
              <a:rPr lang="ko-KR" altLang="en-US" sz="3600" dirty="0" smtClean="0"/>
              <a:t> 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5431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04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8</Words>
  <Application>Microsoft Office PowerPoint</Application>
  <PresentationFormat>A4 용지(210x297mm)</PresentationFormat>
  <Paragraphs>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Office 테마</vt:lpstr>
      <vt:lpstr>인트로 1</vt:lpstr>
      <vt:lpstr>인트로 2</vt:lpstr>
      <vt:lpstr>인트로 3</vt:lpstr>
      <vt:lpstr>인트로 2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asia</dc:creator>
  <cp:lastModifiedBy>asia</cp:lastModifiedBy>
  <cp:revision>6</cp:revision>
  <dcterms:created xsi:type="dcterms:W3CDTF">2026-02-10T08:29:01Z</dcterms:created>
  <dcterms:modified xsi:type="dcterms:W3CDTF">2026-02-10T09:33:03Z</dcterms:modified>
</cp:coreProperties>
</file>